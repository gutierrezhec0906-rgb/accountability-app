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the Accountability App turns leadership habits into a measurable daily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centralizes leadership development and makes consistency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pillars mirror the sidebar. Encourage using several each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is 0-100, time-windowed. Explain decay keeps it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4-step quick start and the core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754880"/>
            <a:ext cx="2926080" cy="292608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 App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Leadership, made measurable.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4297680"/>
            <a:ext cx="256032" cy="25603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4297680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Shape 7"/>
          <p:cNvSpPr/>
          <p:nvPr/>
        </p:nvSpPr>
        <p:spPr>
          <a:xfrm>
            <a:off x="1783080" y="4297680"/>
            <a:ext cx="256032" cy="25603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2240280" y="4297680"/>
            <a:ext cx="256032" cy="25603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4297680"/>
            <a:ext cx="256032" cy="25603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guide: what it is, how to use it, and how your score works.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it for?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build, track, and prove strong leadership habits — for you and your team.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423160"/>
            <a:ext cx="822960" cy="822960"/>
          </a:xfrm>
          <a:prstGeom prst="ellipse">
            <a:avLst/>
          </a:prstGeom>
          <a:solidFill>
            <a:srgbClr val="E6FBF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38528" y="23957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goals into action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938528" y="288950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SMART goals, log coaching &amp; mentoring, and close action items on time.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423160"/>
            <a:ext cx="822960" cy="822960"/>
          </a:xfrm>
          <a:prstGeom prst="ellipse">
            <a:avLst/>
          </a:prstGeom>
          <a:solidFill>
            <a:srgbClr val="E6FBF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589520" y="23957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real progress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589520" y="288950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Accountability Score shows how consistently you actually use your tools.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3434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663440"/>
            <a:ext cx="822960" cy="822960"/>
          </a:xfrm>
          <a:prstGeom prst="ellipse">
            <a:avLst/>
          </a:prstGeom>
          <a:solidFill>
            <a:srgbClr val="E6F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663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38528" y="46360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every dimension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938528" y="512978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urgency, problem-solving, EQ, skills, career — all in one guided flow.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663440"/>
            <a:ext cx="822960" cy="822960"/>
          </a:xfrm>
          <a:prstGeom prst="ellipse">
            <a:avLst/>
          </a:prstGeom>
          <a:solidFill>
            <a:srgbClr val="E6FBF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663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89520" y="46360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your team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89520" y="512978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see direct-report scores and weekly reports to coach with data, not guesswork.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it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grouped into five leadership pillars. Use a few every week — the app guides you.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2286000"/>
            <a:ext cx="2139696" cy="868680"/>
          </a:xfrm>
          <a:prstGeom prst="roundRect">
            <a:avLst>
              <a:gd name="adj" fmla="val 10526"/>
            </a:avLst>
          </a:prstGeom>
          <a:solidFill>
            <a:srgbClr val="60A5F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788920"/>
            <a:ext cx="2139696" cy="3657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3957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95528" y="32461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Bar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4114800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Line of Balance, Urgency, EQ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35224" y="228600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35224" y="2286000"/>
            <a:ext cx="2139696" cy="868680"/>
          </a:xfrm>
          <a:prstGeom prst="roundRect">
            <a:avLst>
              <a:gd name="adj" fmla="val 10526"/>
            </a:avLst>
          </a:prstGeom>
          <a:solidFill>
            <a:srgbClr val="34D399"/>
          </a:solidFill>
          <a:ln/>
        </p:spPr>
      </p:sp>
      <p:sp>
        <p:nvSpPr>
          <p:cNvPr id="12" name="Shape 10"/>
          <p:cNvSpPr/>
          <p:nvPr/>
        </p:nvSpPr>
        <p:spPr>
          <a:xfrm>
            <a:off x="2935224" y="2788920"/>
            <a:ext cx="2139696" cy="365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3072384" y="23957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072384" y="32461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the Vision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72384" y="4114800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SMART Goals, Mindfulness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212080" y="228600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2286000"/>
            <a:ext cx="2139696" cy="868680"/>
          </a:xfrm>
          <a:prstGeom prst="roundRect">
            <a:avLst>
              <a:gd name="adj" fmla="val 10526"/>
            </a:avLst>
          </a:prstGeom>
          <a:solidFill>
            <a:srgbClr val="FBBF24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2788920"/>
            <a:ext cx="2139696" cy="3657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23957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349240" y="32461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the Flow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4114800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Problem-Solving, DISC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88936" y="228600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88936" y="2286000"/>
            <a:ext cx="2139696" cy="868680"/>
          </a:xfrm>
          <a:prstGeom prst="roundRect">
            <a:avLst>
              <a:gd name="adj" fmla="val 10526"/>
            </a:avLst>
          </a:prstGeom>
          <a:solidFill>
            <a:srgbClr val="A78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7488936" y="2788920"/>
            <a:ext cx="2139696" cy="3657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7626096" y="23957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626096" y="32461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the Team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6096" y="4114800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Mentoring, Training, Career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765792" y="228600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65792" y="2286000"/>
            <a:ext cx="2139696" cy="868680"/>
          </a:xfrm>
          <a:prstGeom prst="roundRect">
            <a:avLst>
              <a:gd name="adj" fmla="val 10526"/>
            </a:avLst>
          </a:prstGeom>
          <a:solidFill>
            <a:srgbClr val="FB7185"/>
          </a:solidFill>
          <a:ln/>
        </p:spPr>
      </p:sp>
      <p:sp>
        <p:nvSpPr>
          <p:cNvPr id="30" name="Shape 28"/>
          <p:cNvSpPr/>
          <p:nvPr/>
        </p:nvSpPr>
        <p:spPr>
          <a:xfrm>
            <a:off x="9765792" y="2788920"/>
            <a:ext cx="2139696" cy="36576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1" name="Text 29"/>
          <p:cNvSpPr/>
          <p:nvPr/>
        </p:nvSpPr>
        <p:spPr>
          <a:xfrm>
            <a:off x="9902952" y="23957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902952" y="32461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 with Compassion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02952" y="4114800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Coaching, Quotes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8368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tap “▶ See Why” on any tool for a quick walkthrough.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Accountability Score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by the app from how you actually use your tools — never self-reported.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2926080" cy="2926080"/>
          </a:xfrm>
          <a:prstGeom prst="ellipse">
            <a:avLst/>
          </a:prstGeom>
          <a:solidFill>
            <a:srgbClr val="13294F"/>
          </a:solidFill>
          <a:ln w="1270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26280" y="238658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0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diversity, consistency, entry quality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2898648"/>
            <a:ext cx="201168" cy="20116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7980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Bar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0960" y="27980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on time, Line of Balance, urgency, EQ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410712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3101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the Vision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0960" y="3310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SMART goals, mindfulness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3922776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8221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Flow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80960" y="38221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problem-solving, DISC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26280" y="4434840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43342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Team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0" y="43342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mentoring, career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26280" y="4946904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4846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w/ Compassion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0960" y="4846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coaching, quotes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5623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grows as you use more tools, go deeper, and stay consistent — and gently decays if you go quiet, so it always reflects the last few weeks.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started in 4 steps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58368" y="1828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72768" y="214884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572768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" y="3108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your goals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1–2 SMART goals and a personal vision.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47288" y="1828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214884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30168" y="3108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your tools weekly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0168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few pillars — log coaching, urgency, feedback, and more.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6208" y="1828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50608" y="214884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150608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19088" y="3108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your actions on time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9088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items go past due; recommit immediately if they slip.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025128" y="1828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2044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939528" y="214884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9939528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08008" y="3108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score &amp; report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08008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 score climb and read your Friday weekly report.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" y="5440680"/>
            <a:ext cx="10835640" cy="868680"/>
          </a:xfrm>
          <a:prstGeom prst="roundRect">
            <a:avLst>
              <a:gd name="adj" fmla="val 12632"/>
            </a:avLst>
          </a:prstGeom>
          <a:solidFill>
            <a:srgbClr val="0F2044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5440680"/>
            <a:ext cx="10835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consistent actions — measured every day. That’s accountability.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2026-07-27T21:30:59Z</dcterms:created>
  <dcterms:modified xsi:type="dcterms:W3CDTF">2026-07-27T21:30:59Z</dcterms:modified>
</cp:coreProperties>
</file>